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f524ce168e54c7e" /><Relationship Type="http://schemas.openxmlformats.org/officeDocument/2006/relationships/extended-properties" Target="/docProps/app.xml" Id="Rc0d13cef96924f91" /><Relationship Type="http://schemas.openxmlformats.org/officeDocument/2006/relationships/officeDocument" Target="/ppt/presentation.xml" Id="R0aafa4daa8974a6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03a25a4bbae4d69"/>
  </p:sldMasterIdLst>
  <p:notesMasterIdLst>
    <p:notesMasterId xmlns:r="http://schemas.openxmlformats.org/officeDocument/2006/relationships" r:id="Reb5bb0043f134ec5"/>
  </p:notesMasterIdLst>
  <p:sldIdLst>
    <p:sldId xmlns:r="http://schemas.openxmlformats.org/officeDocument/2006/relationships" id="256" r:id="R6fef92d2039c46f1"/>
    <p:sldId xmlns:r="http://schemas.openxmlformats.org/officeDocument/2006/relationships" id="257" r:id="R49f9fa20076046cb"/>
    <p:sldId xmlns:r="http://schemas.openxmlformats.org/officeDocument/2006/relationships" id="258" r:id="R7d48c5f409684de2"/>
    <p:sldId xmlns:r="http://schemas.openxmlformats.org/officeDocument/2006/relationships" id="259" r:id="Rca53a01d9f1b407a"/>
    <p:sldId xmlns:r="http://schemas.openxmlformats.org/officeDocument/2006/relationships" id="260" r:id="R131afd9486a64e2e"/>
    <p:sldId xmlns:r="http://schemas.openxmlformats.org/officeDocument/2006/relationships" id="261" r:id="R191c2659ea1244cb"/>
    <p:sldId xmlns:r="http://schemas.openxmlformats.org/officeDocument/2006/relationships" id="262" r:id="R42190454b1fd45e1"/>
    <p:sldId xmlns:r="http://schemas.openxmlformats.org/officeDocument/2006/relationships" id="263" r:id="R13d5da360f3f4817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a25a4bbae4d69" /><Relationship Type="http://schemas.openxmlformats.org/officeDocument/2006/relationships/theme" Target="/ppt/theme/theme1.xml" Id="R8312e7543afb4d7b" /><Relationship Type="http://schemas.openxmlformats.org/officeDocument/2006/relationships/notesMaster" Target="/ppt/notesMasters/notesMaster1.xml" Id="Reb5bb0043f134ec5" /><Relationship Type="http://schemas.openxmlformats.org/officeDocument/2006/relationships/presProps" Target="/ppt/presProps.xml" Id="Ra1048d1f107e4334" /><Relationship Type="http://schemas.openxmlformats.org/officeDocument/2006/relationships/viewProps" Target="/ppt/viewProps.xml" Id="R76003a422fcf44e1" /><Relationship Type="http://schemas.openxmlformats.org/officeDocument/2006/relationships/tableStyles" Target="/ppt/tableStyles.xml" Id="R7d26575a56604aa3" /><Relationship Type="http://schemas.openxmlformats.org/officeDocument/2006/relationships/slide" Target="/ppt/slides/slide1.xml" Id="R6fef92d2039c46f1" /><Relationship Type="http://schemas.openxmlformats.org/officeDocument/2006/relationships/slide" Target="/ppt/slides/slide2.xml" Id="R49f9fa20076046cb" /><Relationship Type="http://schemas.openxmlformats.org/officeDocument/2006/relationships/slide" Target="/ppt/slides/slide3.xml" Id="R7d48c5f409684de2" /><Relationship Type="http://schemas.openxmlformats.org/officeDocument/2006/relationships/slide" Target="/ppt/slides/slide4.xml" Id="Rca53a01d9f1b407a" /><Relationship Type="http://schemas.openxmlformats.org/officeDocument/2006/relationships/slide" Target="/ppt/slides/slide5.xml" Id="R131afd9486a64e2e" /><Relationship Type="http://schemas.openxmlformats.org/officeDocument/2006/relationships/slide" Target="/ppt/slides/slide6.xml" Id="R191c2659ea1244cb" /><Relationship Type="http://schemas.openxmlformats.org/officeDocument/2006/relationships/slide" Target="/ppt/slides/slide7.xml" Id="R42190454b1fd45e1" /><Relationship Type="http://schemas.openxmlformats.org/officeDocument/2006/relationships/slide" Target="/ppt/slides/slide8.xml" Id="R13d5da360f3f481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31d51da1ad4e4c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58755442584d1d" /><Relationship Type="http://schemas.openxmlformats.org/officeDocument/2006/relationships/notesMaster" Target="/ppt/notesMasters/notesMaster1.xml" Id="Rd700ee56fb0348e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b84db0ee14f4fc7" /><Relationship Type="http://schemas.openxmlformats.org/officeDocument/2006/relationships/notesMaster" Target="/ppt/notesMasters/notesMaster1.xml" Id="R338d900931c8451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ea8b51f1af34e28" /><Relationship Type="http://schemas.openxmlformats.org/officeDocument/2006/relationships/notesMaster" Target="/ppt/notesMasters/notesMaster1.xml" Id="R044c60400f73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74dc8348cff4579" /><Relationship Type="http://schemas.openxmlformats.org/officeDocument/2006/relationships/notesMaster" Target="/ppt/notesMasters/notesMaster1.xml" Id="Rc1ee16a1d9a44e6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3d5d1bedf64105" /><Relationship Type="http://schemas.openxmlformats.org/officeDocument/2006/relationships/notesMaster" Target="/ppt/notesMasters/notesMaster1.xml" Id="R4a86107812214b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c2da41c40f44a9c" /><Relationship Type="http://schemas.openxmlformats.org/officeDocument/2006/relationships/notesMaster" Target="/ppt/notesMasters/notesMaster1.xml" Id="Rc55eaf752f1241e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04d4650ad7e436f" /><Relationship Type="http://schemas.openxmlformats.org/officeDocument/2006/relationships/notesMaster" Target="/ppt/notesMasters/notesMaster1.xml" Id="R512690d08f9f4b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a82890cf83e4688" /><Relationship Type="http://schemas.openxmlformats.org/officeDocument/2006/relationships/notesMaster" Target="/ppt/notesMasters/notesMaster1.xml" Id="R0999cbbfbc4c43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cf16568e4f4ef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f44b8a0f43b8445b" /><Relationship Type="http://schemas.openxmlformats.org/officeDocument/2006/relationships/slideLayout" Target="/ppt/slideLayouts/slideLayout2.xml" Id="R42d52f25b3a5442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2d52f25b3a5442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4a640e52ca7457b" /><Relationship Type="http://schemas.openxmlformats.org/officeDocument/2006/relationships/notesSlide" Target="/ppt/notesSlides/notesSlide1.xml" Id="R9e776689dccb4b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b169c01cc64ec2" /><Relationship Type="http://schemas.openxmlformats.org/officeDocument/2006/relationships/notesSlide" Target="/ppt/notesSlides/notesSlide2.xml" Id="R47527541fca5400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20ed71248254452" /><Relationship Type="http://schemas.openxmlformats.org/officeDocument/2006/relationships/notesSlide" Target="/ppt/notesSlides/notesSlide3.xml" Id="R4ac3114c7e674d2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83be1c4e4c24a54" /><Relationship Type="http://schemas.openxmlformats.org/officeDocument/2006/relationships/notesSlide" Target="/ppt/notesSlides/notesSlide4.xml" Id="R148d012e951349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5ae013521e74cfe" /><Relationship Type="http://schemas.openxmlformats.org/officeDocument/2006/relationships/notesSlide" Target="/ppt/notesSlides/notesSlide5.xml" Id="R47ff2e88b5c0431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256133d0b0f40c8" /><Relationship Type="http://schemas.openxmlformats.org/officeDocument/2006/relationships/notesSlide" Target="/ppt/notesSlides/notesSlide6.xml" Id="Rff6b1bc5f7964b5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a39d0c256304577" /><Relationship Type="http://schemas.openxmlformats.org/officeDocument/2006/relationships/notesSlide" Target="/ppt/notesSlides/notesSlide7.xml" Id="R5ebd9fd1656349d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f4b844727c14607" /><Relationship Type="http://schemas.openxmlformats.org/officeDocument/2006/relationships/notesSlide" Target="/ppt/notesSlides/notesSlide8.xml" Id="R833ad149ddae48a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7DAF7A-B668-44CD-B93B-4658D8B96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0B40EC-78A1-4023-ACC1-5F27112F3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11D450-636E-44C2-AD22-3A3BBB79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762500"/>
            <a:ext cx="121920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D0731D-8882-4ACA-967D-0CA0F373C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667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E8F356-DAD7-4C60-9FCF-4FDDDC40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70485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iOS Application Development - Week 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DC88A0-DA2D-4C71-A7D0-96D26533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00200"/>
            <a:ext cx="6286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Snitch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419024-0D61-4ABA-9CF3-9A02CA04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E7D5B"/>
                </a:solidFill>
                <a:latin typeface="Aptos Display"/>
                <a:ea typeface="Aptos Display"/>
                <a:cs typeface="Aptos Display"/>
              </a:defRPr>
            </a:pPr>
            <a:r>
              <a:rPr sz="1950" b="0">
                <a:solidFill>
                  <a:srgbClr val="2E7D5B"/>
                </a:solidFill>
                <a:latin typeface="Aptos Display"/>
                <a:ea typeface="Aptos Display"/>
                <a:cs typeface="Aptos Display"/>
              </a:rPr>
              <a:t>Stay accountable with your friends.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4815C6-6AA9-4127-B959-74E6A072D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810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Goals + photo proof + group voting + leaderboard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7474932-2545-4EFB-86B3-F52A59DE4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952500"/>
            <a:ext cx="2857500" cy="495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A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622E18-FD2C-41C5-BE15-C00115F64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1257300"/>
            <a:ext cx="2381250" cy="434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249384-B2F9-4FFD-81C0-22618550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4950"/>
            <a:ext cx="13335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Today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6D3939-BCA7-46E7-9050-7ED08AC4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1905000" cy="138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F33B2C-3313-4AE7-B308-A1EC6F736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157162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Proof uploaded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0E640F-2D1A-4524-9170-8F7E482C6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57450"/>
            <a:ext cx="1619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Go to gym 3x weekly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DDEC6B-5891-49D3-A6F3-76687B55F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24175"/>
            <a:ext cx="704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>
              <a:alpha val="13333"/>
            </a:srgbClr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B84601-4ED2-4565-8474-6F35CFC58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981325"/>
            <a:ext cx="7048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Pending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ED53044-E755-4A8F-9F30-74EE6AF8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619500"/>
            <a:ext cx="87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72A453-9FC1-4F67-B575-3AA5CBA3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3619500"/>
            <a:ext cx="8763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C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500387-E924-4EE9-B0AA-D0624766B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38195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APPROVE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711E78-A4B1-4A06-A0FA-7FC6A5E89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19525"/>
            <a:ext cx="8382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SNITCH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F4A0E0-74BA-44EE-89F8-AE9611B39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5310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 Sec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D66982-F568-4ECC-8DAB-23B092F0F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Snitch | iOS Application Development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89C6B6-6C5C-4DF7-BC27-A90EE4853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8732936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FFDE55F-4385-4BCB-A8C1-71A53116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101EEC-4B27-4067-9480-670E862B9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8E4B92-15CC-471F-9E0A-BAC73D814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CD3822-13DE-45DA-B1AD-6F82CCB1F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PROBLEM &amp; AUDIENCE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15EF35-0887-4D8A-BE0F-3E36D4788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People start goals with energy, then lose accountability in the group chat.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CC0F0A6-8C19-442B-91E4-68415328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098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7055B8-9255-420F-86E1-D34FF118A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3360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Meet Mia, 21, a university student in Sydney.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9D99E7-4E57-430C-BF5E-BB9C3C2D6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33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5C3194-6FC2-4FAC-B55C-E0947FB08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57475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She sets goals for gym, study, reading, sleep, and screen time.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06AD0E-5B26-499E-8A63-6AF3F9886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CBCA48-4CBE-412D-B0C0-D56928E7C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8135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Motivation fades when progress is private or hard to prove.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8ABBFA-E31C-46D6-A89F-8176D208C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814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ECCA53-CA65-4D96-B666-2409FD1E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Friends want to help, but goals disappear in old chat messages.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69EF7DE-6C2F-4E12-BE1C-81FBF1EF5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0530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9434B2-A551-4F80-8FC0-D96DF2F5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6477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There is no simple way to verify effort or call out dodgy proof.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BFE810-3AF0-476A-A5E5-C448C0CA8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676400"/>
            <a:ext cx="31432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C91C5E-8B0A-4D5F-9BCE-CE359054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76450"/>
            <a:ext cx="23812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DFC8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DFC8"/>
                </a:solidFill>
                <a:latin typeface="Aptos"/>
                <a:ea typeface="Aptos"/>
                <a:cs typeface="Aptos"/>
              </a:rPr>
              <a:t>TARGET AUDIENCE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4F3FC-1236-476A-AB9E-B2937461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552700"/>
            <a:ext cx="2476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Students and young adults who want a fun, social way to stay accountable.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F9A02A-0664-4764-830E-F5749EE68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286250"/>
            <a:ext cx="857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358844E-B2DC-4226-8A4B-92B433429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533900"/>
            <a:ext cx="2286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E2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2DF"/>
                </a:solidFill>
                <a:latin typeface="Aptos"/>
                <a:ea typeface="Aptos"/>
                <a:cs typeface="Aptos"/>
              </a:rPr>
              <a:t>18-35</a:t>
            </a:r>
          </a:p>
          <a:p xmlns:a="http://schemas.openxmlformats.org/drawingml/2006/main">
            <a:pPr algn="l">
              <a:defRPr sz="1050" b="0">
                <a:solidFill>
                  <a:srgbClr val="D9E2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2DF"/>
                </a:solidFill>
                <a:latin typeface="Aptos"/>
                <a:ea typeface="Aptos"/>
                <a:cs typeface="Aptos"/>
              </a:rPr>
              <a:t>frequent goal-setters</a:t>
            </a:r>
          </a:p>
          <a:p xmlns:a="http://schemas.openxmlformats.org/drawingml/2006/main">
            <a:pPr algn="l">
              <a:defRPr sz="1050" b="0">
                <a:solidFill>
                  <a:srgbClr val="D9E2D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E2DF"/>
                </a:solidFill>
                <a:latin typeface="Aptos"/>
                <a:ea typeface="Aptos"/>
                <a:cs typeface="Aptos"/>
              </a:rPr>
              <a:t>friend-group driven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E5ABCD-3A89-4F0C-8AC0-6E8816C6A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340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45 Sec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7FB973-2351-4EFE-A8D7-4E8729622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Snitch | iOS Application Development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A6AE9C-8C35-4E90-92EA-B3949719B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3160678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5FF2568-601C-4E6D-8F94-4E3315EED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BBDCFD-DEA9-48E8-A473-5E42469A5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0DFB88-45CE-4C01-9CA9-4A7B2721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865FE-23F5-4077-952A-E77AEFAB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EXISTING SOLUTIONS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99C5D3-C5C3-4E12-A0B4-DA5965D5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Snitch combines habit tracking with the social pressure people already 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F0AA1C-5051-4CE7-9873-933BA648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FC69F5-2F87-4FA6-9E11-7BC1730D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240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A2D134-73DF-48B2-B63D-03A833809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1240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Habit Tracker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87612C-2E66-4C8D-933E-376DE01C5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1240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Chat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E6A397-09EE-4964-BA9B-86619AFE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240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Snitch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CD9926-B31F-4F02-8990-56D2567C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2D8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D21543-92C1-4D0E-BBA9-E5AB7735A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63842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Photo proof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E5AE1B-CBB3-4BB5-80B7-0290D5F01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63842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4C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4C3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D7663B-CF40-42CF-BAC1-30DA2A39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384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8A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8A2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94757-0D83-479C-9378-746DF7362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384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B2B58F-D0F9-4531-B017-AB4D39E5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1325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E2D8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88BFF0-B865-46F8-B8A5-9D2D316D3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527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Friend accountability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E83F1A-885B-45CC-9ACF-7E6EE3CB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1527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4C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4C3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4EC726-50BC-4D60-B25F-E4E99C3EB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152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63433-80C1-449E-8F3E-04C26FEB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1527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9A7740-EEAC-46EB-B9FF-79F481085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95675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2D8C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821DD34-74BD-4DFD-AAD5-5F73D7590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6712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Goal groups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3D3C18-EF6B-4D73-B526-2C33E6E6D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6712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4C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4C3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C41A423-792C-42BC-9F55-75825D2E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671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8A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8A2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BB231A-9219-404B-8F64-9BF8B752F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6671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5F7209-73D0-4DA7-B8C3-3144C2FE9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0025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E2D8C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4050F5-CD87-45AA-A449-849157CA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814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Snitch / flag system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8FE4C85-EDF4-48D9-BF51-9A9D3A9CC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814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4C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4C3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F17AA71-D4EE-42E7-B196-DDAEBB48C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814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4C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4C3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D0857CE-BC65-4BA5-9989-F6FF59774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814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F9EB12D-2782-45E0-ADC8-608CF3758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524375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2D8C8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95CFA0-E032-4D2C-89E2-5476B79EC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9582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Leaderboard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63667E2-0ADA-4287-B8BF-C089A9E0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9582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98A2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98A28"/>
                </a:solidFill>
                <a:latin typeface="Aptos"/>
                <a:ea typeface="Aptos"/>
                <a:cs typeface="Aptos"/>
              </a:rPr>
              <a:t>Partial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0698C8-E618-49AA-B60E-59437F38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958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4C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4C3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63C2FA9-3049-495A-9924-62EBC675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69582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233284-41C2-4E2A-BA4B-2E1E5CE3A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38725"/>
            <a:ext cx="9429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9DC"/>
          </a:solidFill>
          <a:ln xmlns:a="http://schemas.openxmlformats.org/drawingml/2006/main" w="9525">
            <a:solidFill>
              <a:srgbClr val="E2D8C8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11FE71F-3C39-480E-825F-FB9084AEA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10175"/>
            <a:ext cx="29527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Native iOS flow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FBCFA3A-626B-4CB6-B3CA-7FB40A88E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210175"/>
            <a:ext cx="1905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EA9FADD-9567-4213-8C63-0EE8FB2D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210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C64C3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C64C3F"/>
                </a:solidFill>
                <a:latin typeface="Aptos"/>
                <a:ea typeface="Aptos"/>
                <a:cs typeface="Aptos"/>
              </a:rPr>
              <a:t>No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BC14751-316C-42E9-9DCB-219CFBE58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210175"/>
            <a:ext cx="1714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8EF3F02-71BB-4716-B00D-12030FC22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1952625"/>
            <a:ext cx="57150" cy="3600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EA76B9-8DDB-4668-9F59-6CBAD6612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1952625"/>
            <a:ext cx="1000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605074E-00B4-4C89-BEC6-A42C84D94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1800" y="2362200"/>
            <a:ext cx="104775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1425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Most tools track the individual. Snitch makes progress visible to the group.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DC4ACBA-30DC-455E-A707-3712B3170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340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30 Sec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5A07218-F833-4269-940D-BDDFD09B3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Snitch | iOS Application Development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474B866-25AC-48B3-8DC5-7BFD1EDF4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9262508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52B3EC0-3124-4EDE-AA67-6A302487E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8F8FBE-3F13-4C83-9D04-F08D17046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ECE348-F396-4B4F-90E0-A0FF7AAD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BE878F-8D12-4326-BCA7-B3AB0542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APP DEMO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53AFFA-8BE8-4926-8BD6-51BBA75D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The demo follows one accountability loop: set a goal, post proof, get reviewed.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E5CD48-207F-4B71-972F-B2CCA171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4310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960A0C-2097-42AC-BBC4-F3697E4A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95500"/>
            <a:ext cx="18669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306744-E727-484E-ACBE-083EF09E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009775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23AAE6-64AD-421A-836B-8362D1334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43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Goals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E5124A-EFAF-4471-BB39-3FAB2936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241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F13F99-F602-4DDD-B241-79D36359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914650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Read daily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40B5A8-0205-450E-B3C2-B324C8FCB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162300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1x per day for 30 days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9C0183-0D6F-47D0-A1E5-BDDACC89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714750"/>
            <a:ext cx="1562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FBF509-53EC-4458-B743-76DBB5DA9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57625"/>
            <a:ext cx="1562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CREATE GOAL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FE8E1A-408F-47C0-AC06-61D10878B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194310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03847D-0D86-41A7-A1B9-001DD8176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095500"/>
            <a:ext cx="18669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346A11-D820-4189-816F-5E15486C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9775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A8EED-07B9-4549-8696-EAF262C1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343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Upload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84A232-ED92-46DF-8574-49704AC8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7241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BD07C2F-18C6-425A-B9A7-8EA0ED2D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914650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Photo proof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28C2D25-7AB8-4529-886A-DB07E53AA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162300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Notes + selected goal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9560E8-BD57-4C8B-A35F-B5041DA5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714750"/>
            <a:ext cx="1562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502556-A273-4297-8232-494E2A84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3857625"/>
            <a:ext cx="1562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SUBMIT PROOF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5AD7EB-3E19-4CA6-8D44-2BD5C591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4310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28E9927-DD49-480B-9896-C35603724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095500"/>
            <a:ext cx="18669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ABF9B9-ABBA-485C-836A-083C63E2E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009775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B59E74-1E61-4D6D-BB83-6B33C65D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343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D93D4B-FC27-44B3-BC85-E0DE5890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7241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63A491-8FC2-4122-8300-1A2916A9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914650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Pending proof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0925AE5-DD0A-435C-9EA6-EC4003B5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162300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Approve or snitch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641BF0-2630-4B0A-AECA-D0DE4111C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714750"/>
            <a:ext cx="1562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AEC8D5-F7A1-4ABB-B4FA-D829211D3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3857625"/>
            <a:ext cx="1562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GROUP VOTE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41EEFE-89F4-42F1-BE9B-25F1DE7A5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943100"/>
            <a:ext cx="2095500" cy="3429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CA422ED-2A12-440F-8BEE-E7BF0F5C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095500"/>
            <a:ext cx="18669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40AD042-7B5E-40E1-8C4E-4DFB10639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009775"/>
            <a:ext cx="76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31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2252BE7-942F-417C-9997-75C6A75A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43150"/>
            <a:ext cx="15621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Profile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B4C8B6-B9C3-4706-8C3A-970F4FC66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724150"/>
            <a:ext cx="15621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C3F">
              <a:alpha val="2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C1115-86E1-4860-BC14-7691AED07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914650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My Uploads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67C499-459B-4CB0-99D4-293D43AF5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162300"/>
            <a:ext cx="12858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Status + vote counts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71DB088-E099-45C7-A22B-F00F92CF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714750"/>
            <a:ext cx="15621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C3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632E67-3309-42DF-BEAF-4BFCA0B86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3857625"/>
            <a:ext cx="15621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VIEW HISTORY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4CC3EEF-62CC-4BAF-9EAD-C56F78C51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531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F68603C-DEBB-4A39-9C5A-2CEA6768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1975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>
              <a:alpha val="13333"/>
            </a:srgbClr>
          </a:solidFill>
          <a:ln xmlns:a="http://schemas.openxmlformats.org/drawingml/2006/main" w="9525">
            <a:solidFill>
              <a:srgbClr val="2E7D5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1055326-994F-49A9-B1C3-52C394EDB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76900"/>
            <a:ext cx="895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01 Goals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24BB199-0568-4809-87A5-5CAA3BC0A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1975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B6EA8">
              <a:alpha val="13333"/>
            </a:srgbClr>
          </a:solidFill>
          <a:ln xmlns:a="http://schemas.openxmlformats.org/drawingml/2006/main" w="9525">
            <a:solidFill>
              <a:srgbClr val="3B6EA8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2608D2B-C67C-4D6D-A024-BD39A9CB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676900"/>
            <a:ext cx="895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3B6EA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3B6EA8"/>
                </a:solidFill>
                <a:latin typeface="Aptos"/>
                <a:ea typeface="Aptos"/>
                <a:cs typeface="Aptos"/>
              </a:rPr>
              <a:t>02 Upload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AA57292-E441-46EE-9F12-260621F2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1975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>
              <a:alpha val="13333"/>
            </a:srgbClr>
          </a:solidFill>
          <a:ln xmlns:a="http://schemas.openxmlformats.org/drawingml/2006/main" w="9525">
            <a:solidFill>
              <a:srgbClr val="D98A28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47AE3F-F2F5-4372-8F04-4E0A6626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676900"/>
            <a:ext cx="895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D98A28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D98A28"/>
                </a:solidFill>
                <a:latin typeface="Aptos"/>
                <a:ea typeface="Aptos"/>
                <a:cs typeface="Aptos"/>
              </a:rPr>
              <a:t>03 Review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B966E4-E08E-4D49-9AB5-40C84DADC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619750"/>
            <a:ext cx="8953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4C3F">
              <a:alpha val="13333"/>
            </a:srgbClr>
          </a:solidFill>
          <a:ln xmlns:a="http://schemas.openxmlformats.org/drawingml/2006/main" w="9525">
            <a:solidFill>
              <a:srgbClr val="C64C3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9EB9D66-ECB1-4507-8344-C01D74D83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676900"/>
            <a:ext cx="895350" cy="123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C64C3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C64C3F"/>
                </a:solidFill>
                <a:latin typeface="Aptos"/>
                <a:ea typeface="Aptos"/>
                <a:cs typeface="Aptos"/>
              </a:rPr>
              <a:t>04 Results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0BDFDF8-4D95-46DC-A42F-1F25AE43F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340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2 Min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6919E089-8F9B-4703-A72E-28689048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Snitch | live app demo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55173A2-5322-4E6B-AEA7-0751CCD7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3397244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6652066-237D-4E86-BF14-87F3BD2D6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E0B04-0638-4876-93EF-4F655DECD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122D0E-B527-46F1-9E99-7D781EF8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B2C751-01E4-4C51-8478-F467EBADD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TECH STACK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C5BA39-E085-4C01-8C03-4E7C7301E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The app is built around SwiftUI, MVVM, and local persistence.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6306B-055D-4733-B01F-C0A3D0478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CC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A11AF6-FC45-486C-86EA-8E62AAE54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7DF789-D045-40F9-A370-CC21D8BEF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SwiftUI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AE0376-0887-4CDA-9C35-6FBA089BA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336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Navigation, forms, tab views, cards, and reusable components.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D080EB-90E0-4BA1-907D-96C2A3CD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5"/>
          </a:solidFill>
          <a:ln xmlns:a="http://schemas.openxmlformats.org/drawingml/2006/main" w="9525">
            <a:solidFill>
              <a:srgbClr val="E4DCC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A91EB2-F89E-4B8A-BABD-160528C1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145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C65420-B5E4-472D-8820-21958E958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PhotosUI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D266FC-67A9-4E62-9CA9-FA36353C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7336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Lets users select proof photos from their photo library.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47DB77-826C-4F52-BB71-413AFAD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CCC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39D1D8-6586-4E60-9C3A-A615C3724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1145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7AD6AC8-0DC1-441D-AB27-CA3DEE85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3431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Codable persistence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490F80-B383-493B-9CB2-B5A15C365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27336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Saves goals, posts, groups, users, and active group state.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9FBCC7-A52E-4534-946D-8E461CA5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EE5"/>
          </a:solidFill>
          <a:ln xmlns:a="http://schemas.openxmlformats.org/drawingml/2006/main" w="9525">
            <a:solidFill>
              <a:srgbClr val="E4DCC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88E9A0-19D3-415B-9603-2098B1217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4095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878716-E5ED-4EEE-A03D-2D33A4734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3243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Combine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4A0A55-03BA-4C67-BACF-F0C968ED1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4714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Uses ObservableObject and @Published to refresh screens automatically.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AAA450-2DD4-426C-9236-008B5F28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2952750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4DCC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308EAE-6C8C-4FB0-8BA5-45ABCBA0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095750"/>
            <a:ext cx="666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14C81C-D6DB-4619-B0C5-434B29605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324350"/>
            <a:ext cx="23336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MVVM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BB020B-43FA-44EF-B41B-A745554A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4714875"/>
            <a:ext cx="2381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Keeps models, views, and view models separated for cleaner iteration.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6CC908C-69C4-4EA5-A0BE-C9712AB92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340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30 Sec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3CE57B-2725-41A9-89A5-3C80F60D3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Snitch | iOS Application Development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EF3012-0636-4319-9EA7-F3083F6F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36358701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A8EAEFF-3113-4A42-BE7D-1A64A8D76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D629BC-CF83-47B9-9C00-868B77F31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7E2FDE-9D5D-4698-A044-1D381D0B8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6BD6BE-9EB5-4289-9C9E-40DC73C1B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GREATEST CHALLENGE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F0A607-AE0F-424D-A3BD-AEBAA0B3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The hardest work was making group context consistent across the app.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84D4D-43FC-4B9B-98B4-397CEBAF9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9812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1AAF54-0C53-4C90-8570-516BC342C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981200"/>
            <a:ext cx="476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2E5EF8-F87F-45EE-A845-46EF1218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71700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Problem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471381-19EB-4225-9F96-F9E6BBF4B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71700"/>
            <a:ext cx="28575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Fix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E29B4E-BB1B-474A-8095-D85BA9ECD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514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0D7C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980B3-3E78-44DD-9987-1FA50593D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25146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CF7"/>
          </a:solidFill>
          <a:ln xmlns:a="http://schemas.openxmlformats.org/drawingml/2006/main" w="9525">
            <a:solidFill>
              <a:srgbClr val="D1E5D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C9E023-23F8-4084-9180-5329E9A20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Goals ignored active group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85ECDC-B204-4409-803D-8C6E0F929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69557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Added group-aware goal creation and list filtering.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C433A1-55B7-4C7C-B480-832A743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2575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0D7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053892-E76A-4267-9717-1C89DF51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2575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9"/>
          </a:solidFill>
          <a:ln xmlns:a="http://schemas.openxmlformats.org/drawingml/2006/main" w="9525">
            <a:solidFill>
              <a:srgbClr val="D1E5D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F4505-9B7E-4AFC-9631-A7EF33B85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4956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Leaderboard showed everyone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0E56D7-7406-4F2C-9C6E-18E1CC341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43852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Filtered rankings by active group members.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542C25-D269-4D70-9527-8A8CD5283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0005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E0D7C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0305E56-9E1E-46D3-A415-8DEC67E22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00050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CF7"/>
          </a:solidFill>
          <a:ln xmlns:a="http://schemas.openxmlformats.org/drawingml/2006/main" w="9525">
            <a:solidFill>
              <a:srgbClr val="D1E5D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7EDEB7-CF59-4E85-9D6E-51A5F107D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23862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Snitching had no reward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F8A048-DD7B-4FB4-8883-ACDB374D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8147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Added correct-snitch rewards: 5, 3, then 1 point.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C4FDE1-D6EE-428F-9ACE-DFCD95D6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434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7D9"/>
          </a:solidFill>
          <a:ln xmlns:a="http://schemas.openxmlformats.org/drawingml/2006/main" w="9525">
            <a:solidFill>
              <a:srgbClr val="E0D7C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3E5150-7952-4808-8B37-783E182E8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4743450"/>
            <a:ext cx="4762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F1E9"/>
          </a:solidFill>
          <a:ln xmlns:a="http://schemas.openxmlformats.org/drawingml/2006/main" w="9525">
            <a:solidFill>
              <a:srgbClr val="D1E5D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E08F01-FF25-4C49-87B3-AA1D71C2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981575"/>
            <a:ext cx="4095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Goal cards showed fake streaks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C13C62-5114-45EC-8B71-59B52626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924425"/>
            <a:ext cx="4000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11B"/>
                </a:solidFill>
                <a:latin typeface="Aptos"/>
                <a:ea typeface="Aptos"/>
                <a:cs typeface="Aptos"/>
              </a:rPr>
              <a:t>Removed fake streak UI and added real schedule data.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205A92-4072-4CFC-B179-15B149D69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340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30 Sec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8D4F2A-2350-4085-A6A8-3D21D807F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Snitch | iOS Application Development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DC04DA-4292-4900-913C-0F7BEDE4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40499932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0A0359-1487-4EA4-978B-AE9F4F0A6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E5B696-B4F9-4E23-BDE6-4559CBACE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944621-5BFE-452C-8B9E-907E08A09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5245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019D12-D150-4F89-BF71-01F3FF9E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76250"/>
            <a:ext cx="3048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ITERATIVE DESIGN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CAFAFF-C713-4279-A54B-A455AACB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57250"/>
            <a:ext cx="8001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The product became clearer each time we connected a screen back to accountability.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F5FEC0-8DAF-4BE7-A035-A1D22689A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933700"/>
            <a:ext cx="9429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0C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3DA733-EE36-40EF-A826-A1893FEE4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6670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E12101-8C1E-4446-9A55-2801BC71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8670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EDA594-C831-4BB8-BB40-41BDB750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MVP screens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B10A73-61B1-4CFC-A516-6DEB434E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9814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Started with goals, feed, leaderboard, profile, upload, friends, and comments.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B8E943-8A67-43FE-96CF-0B325568C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6670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73AA1FD-4968-4598-88E7-40F43AD6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28670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8A555E-ECD5-4CF0-98CF-120CAD588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600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Group accountability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A6E52E-6A08-4A7A-A753-69EC8127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9814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Added groups so users can switch contexts and compare with the right people.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54BAC21-CF4D-4229-81D9-86E7E1052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6670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E2F8FF-7B14-4D34-9325-BEEBF718B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670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3EE5751-1DBE-4DB1-99E4-EB2C8CFF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600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Structured goals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074D47-6DA6-4E0A-9146-5F5E39A0B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9814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Added target, frequency, duration, and active-group goal creation.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CB92BF-C614-49AA-80B2-880342000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6670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802092-8F4F-4A2F-9ED5-B6A54B67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8670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73D593C-85D6-43D6-9E6C-02CD1999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00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Snitch system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B7ADA2-4E42-46F1-AEB4-A315132B4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814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Added voting outcomes and point rewards for correct snitches.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55C98B-BC35-4853-90B8-C0D9824D4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667000"/>
            <a:ext cx="628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D467650-E634-4A09-948F-BBE13BC2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867025"/>
            <a:ext cx="628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336FBF-B3A8-4F5A-9069-158D0B719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600450"/>
            <a:ext cx="12954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11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11B"/>
                </a:solidFill>
                <a:latin typeface="Aptos"/>
                <a:ea typeface="Aptos"/>
                <a:cs typeface="Aptos"/>
              </a:rPr>
              <a:t>Personal history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413F8F-3B5D-402F-8B0B-9B8888E95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981450"/>
            <a:ext cx="16764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Added My Uploads so users can review their submitted proof.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5F50E7-DF9A-4A98-97A0-267E8CC69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86375"/>
            <a:ext cx="985837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0BEA8E-84B1-4B6F-BA81-3B74BEF3C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438775"/>
            <a:ext cx="942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E7D5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E7D5B"/>
                </a:solidFill>
                <a:latin typeface="Aptos"/>
                <a:ea typeface="Aptos"/>
                <a:cs typeface="Aptos"/>
              </a:rPr>
              <a:t>Iteration theme: remove fake data, respect group context, and make every action visible to users.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43391B-A986-4EFC-8577-B9D0E3C3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734050"/>
            <a:ext cx="762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30 Sec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6A33BA-C28A-488E-94AA-B9023539D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Snitch | iOS Application Development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C8698F-AF87-4CD8-8486-64F44AF5E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141555705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3F70AA-08D5-4404-9968-F9E252E77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F64AAA-BFA5-412D-BC25-252D1D0E8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18A5CE-C210-421F-AADC-76E8A656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1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BE9F87-A517-40A8-B038-87D7DDCD4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04850"/>
            <a:ext cx="4762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DF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9E0347-A2C7-4304-BC48-F3C3EC61B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23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B9DFC8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B9DFC8"/>
                </a:solidFill>
                <a:latin typeface="Aptos Display"/>
                <a:ea typeface="Aptos Display"/>
                <a:cs typeface="Aptos Display"/>
              </a:rPr>
              <a:t>Snitch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B8EB84-429F-4866-B572-6C4846F17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286000"/>
            <a:ext cx="5905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2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Thank you!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9F4D29-B820-4812-AD34-E3337E1E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3619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B9DFC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0">
                <a:solidFill>
                  <a:srgbClr val="B9DFC8"/>
                </a:solidFill>
                <a:latin typeface="Aptos Display"/>
                <a:ea typeface="Aptos Display"/>
                <a:cs typeface="Aptos Display"/>
              </a:rPr>
              <a:t>Questions?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7EA9F3-A6F9-477E-9844-C27077950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428750"/>
            <a:ext cx="2571750" cy="438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F56E00-E340-4F12-AA11-56154A813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01930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One-line pitch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21A5C7-482E-412B-8591-03054CC2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14600"/>
            <a:ext cx="1809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17211B"/>
                </a:solidFill>
                <a:latin typeface="Aptos Display"/>
                <a:ea typeface="Aptos Display"/>
                <a:cs typeface="Aptos Display"/>
              </a:rPr>
              <a:t>A social habit tracker where friends verify progress through photo proof.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17CC8-6CCC-4C5D-B418-CB1B9E31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591050"/>
            <a:ext cx="1524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8A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22B2A-A74F-4AA0-87F8-3823C7EA7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4895850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Built with SwiftUI, PhotosUI, local persistence, Combine, and MVVM.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FF644-20B3-450A-AF7F-CFC568D26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8736D"/>
                </a:solidFill>
                <a:latin typeface="Aptos"/>
                <a:ea typeface="Aptos"/>
                <a:cs typeface="Aptos"/>
              </a:rPr>
              <a:t>Snitch | presentation close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77E97-B1A0-47AD-86FB-29E4795A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438900"/>
            <a:ext cx="381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68736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8736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8238542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2026-05-10T07:41:22.7210000Z</dcterms:created>
  <dcterms:modified xsi:type="dcterms:W3CDTF">2026-05-10T07:41:22.7210000Z</dcterms:modified>
</coreProperties>
</file>